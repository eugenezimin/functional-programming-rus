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793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891B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31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Введение в функциональное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программирование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«Функциональное и логическое программирование на Haskell»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8404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Парадигмы программирования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думаем о вычислениях?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Императивная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Последовательность команд, изменение состояния, циклы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Java, 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Функциональная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как значения, отсутствие побочных эффектов, рекурсия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Haskell, Erlang, Lisp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Логическая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Факты и правила, унификация, поиск с возвратом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Prolog, Datalog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Императивная vs Декларативная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Императивный подход: КАК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3474720" cy="2560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Сумма списка (Python-стиль)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[1,2,3,4,5]: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total + x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Декларативный подход: ЧТО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1783080"/>
            <a:ext cx="3474720" cy="2560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Сумма списка (Haskell)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[1,2,3,4,5]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Или через fold: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foldl (+) 0 [1,2,3,4,5]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0916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Императивный стиль описывает шаги, декларативный — результат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различия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017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Характеристика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Императивная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Функциональная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Состояние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Изменяемое (mutable)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Неизменяемое (immutable)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Основной элемент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Инструкция / оператор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Выражение / функция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потоком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Циклы, условия, goto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Рекурсия, pattern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Побочные эффекты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Повсеместны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Контролируемы (IO)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Ссылочная прозрачность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0" y="13716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22D3EE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31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История ФП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λ-исчисление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Чёрча до Haskell: как математика стала программированием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Хронология функционального программирования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417320"/>
            <a:ext cx="713232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4128" y="136245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λ-исчисление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Чёрч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61488" y="136245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4028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Дж. Маккарти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98848" y="136245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7764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Р. Милнер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136245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 1.0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Комитет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16368" y="136245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7680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2926080"/>
            <a:ext cx="54864" cy="1920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λ-исчисление Чёрча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3474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Формальная система для определения вычислимых функций. Три ключевых элемента: переменные (x), абстракция (λx.M) и применение (M N). Любое вычисление можно выразить через эти три конструкции. λ-исчисление является теоретическим фундаментом всех функциональных языков.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3200400"/>
            <a:ext cx="219456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33375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Примеры λ-выражений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λx. x         -- тождество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λf. λx. f x   -- применение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(λx. x + 1) 5 -- =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Haskell?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61872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функциональность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0876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Побочные эффекты строго изолированы в системе типов (IO-монада)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938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Мощная система типов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508760" y="2258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Статическая типизация, вывод типов, алгебраические типы данных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6148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2688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Ленивые вычисления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508760" y="30083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умолчанию: значения вычисляются только когда нужны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11296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3438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Лаконичный синтаксис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508760" y="37581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Выразительный код, pattern matching, list comprehensions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61104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08760" y="4187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Академическая ценность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508760" y="4507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Идеальная платформа для изучения фундаментальных концепций ФП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731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Установка GHC, GHCi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Основы синтаксиса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рабочего окружения и первые шаги в Haskell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31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Установка и настройка среды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GHCup — менеджер установки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устанавливается: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 — компилятор Haskell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GHCi — интерактивный интерпретатор (REPL)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Cabal / Stack — системы сборки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— Language Server для 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347472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--proto '=https' --tlsv1.2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-sSf https://get-ghcup.haskell.org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Рекомендуемые редакторы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Haskell Extension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выбор для начинающих. Подсветка, автодополнение, подсказки типов.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варианты: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+ HaskForce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/ Neovim + HLS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Emacs + haskell-mode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Первые шаги в GHCi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84048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ghci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GHCi, version 9.8.1: https://www.haskell.org/ghc/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Prelude&gt; 2 + 3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Prelude&gt; "Hello" ++ " World"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Prelude&gt; let double x = x *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Prelude&gt; double 21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Prelude&gt; :type double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:: Num a =&gt; a -&gt;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Prelude&gt; :quit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Основы синтаксиса Haskell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функций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66160" cy="3017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Простая функция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x = x * x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Функция с условием (guards)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abs' n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 &gt;= 0    = n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otherwise = -n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where-блок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 h w = w / h ^ 2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h = height / 100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Операторы и выражения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3566160" cy="3017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Арифметика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+ 4, 10 `div` 3, 2 ^ 10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Логика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False  -- False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      -- False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Строки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++ " " ++ "World"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if-then-else (выражение!)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&gt; 0 then "pos" else "neg"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7315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Базовые типы данных,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функции и pattern matching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типизация — основа надёжности Haskell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31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Базовые типы данных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703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Целое число (фиксированная точность)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42, -7,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Целое число (произвольная точность)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999999999999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 с плавающей точкой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3.14, 2.718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Логический тип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True,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Символ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'a', 'Я', '\n'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Строка (= [Char])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"Привет"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(a, b)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Кортеж (фиксированный размер)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"ok", True)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Список (однородный)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[1,2,3], []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Matching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Деконструкция значений по образцу — одна из самых мощных возможностей Haskell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Факториал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Pattern matching на числах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 :: Integer -&gt; Integer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 0 = 1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 n = n * factorial (n-1)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Pattern matching на списках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head' :: [a] -&gt; a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head' []    = error "empty"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head' (x:_) = 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Кортежи и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Кортежи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fst' (a, _) = a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snd' (_, b) = 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case-выражение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 xs = case xs of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[]  -&gt; "пусто"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-&gt; "один"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   -&gt; "много"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 модуля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2471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программирование описывает ЧТО вычислять, а не КАК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1907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916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λ-исчисление — математический фундамент всех ФП-языков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1343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286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 — чистый, ленивый, со строгой типизацией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0779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28803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GHCi — основной инструмент для экспериментов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02152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474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— ключевой механизм деконструкции данных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768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8872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модуль: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1188720" y="4462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Haskell — списки, рекурсия, функции высшего порядка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Рекомендуемые ресурсы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1A294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«Изучай Haskell во имя добра!»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М. Липовача — основной учебник курса (доступен на русском)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solidFill>
            <a:srgbClr val="1A294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4864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148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 Wiki — haskell.org/haskellwiki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Официальная документация и руководства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1A294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Видеолекции CS центра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456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«Функциональное программирование на Haskell» (YouTube)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1A294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4069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Exercism — exercism.org/tracks/haskell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4416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Практические задачи с менторством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Вопросы?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840480" y="292608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1: Введение в функциональное программирование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9319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993</Words>
  <Application>Microsoft Macintosh PowerPoint</Application>
  <PresentationFormat>On-screen Show (16:9)</PresentationFormat>
  <Paragraphs>241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1: Введение в функциональное программирование</dc:title>
  <dc:subject>PptxGenJS Presentation</dc:subject>
  <dc:creator>Курс ФП</dc:creator>
  <cp:lastModifiedBy>Evgeny Zimin</cp:lastModifiedBy>
  <cp:revision>2</cp:revision>
  <dcterms:created xsi:type="dcterms:W3CDTF">2026-02-09T13:50:10Z</dcterms:created>
  <dcterms:modified xsi:type="dcterms:W3CDTF">2026-02-10T06:24:34Z</dcterms:modified>
</cp:coreProperties>
</file>